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450" y="809918"/>
            <a:ext cx="3749039" cy="49987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2984" y="78398"/>
            <a:ext cx="91290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19A6B"/>
                </a:solidFill>
                <a:latin typeface="Garamond"/>
              </a:defRPr>
            </a:pPr>
            <a:r>
              <a:rPr dirty="0"/>
              <a:t>THE KARATTO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8450" y="5991517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Curated Hospitality. Timeless Experiences.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Luxury Hospitality Redefined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A boutique hospitality management company focused on elevated Caribbean luxury experiences for properties under 200 rooms.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The Karatto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A curated hospitality brand rooted in refined Caribbean luxury, personalized service, and timeless experiences.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Brand Philosophy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 Karatto Collection is built on the belief that true luxury is deeply personal, emotionally engaging, and effortlessly delivered.</a:t>
            </a:r>
          </a:p>
          <a:p>
            <a:r>
              <a:rPr lang="en-US"/>
              <a:t>Our philosophy combines refined hospitality standards with authentic Caribbean warmth to create experiences that feel intentional, memorable, and timeless.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Why Boutique Luxury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Today’s luxury traveler seeks intimacy, privacy, wellness, authenticity, and emotional connection over large-scale resort experiences.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What We Deliver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Luxury operations, revenue optimization, elevated guest journeys, sales &amp; marketing strategy, and hospitality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Target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Boutique resorts, luxury villas, wellness retreats, independent beachfront hotels, and upscale Caribbean hospitality assets.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Operational Excellence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Lean operational structure, personalized leadership, guest-focused culture, and strong owner partnerships.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Guest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Every guest interaction is personalized, thoughtful, anticipatory, and designed to create lasting loyalty.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Luxury Sales &amp;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Elegant storytelling, strategic PR, luxury travel advisor partnerships, direct booking growth, and destination branding.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Organizational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rPr dirty="0"/>
              <a:t>Managing Director / CEO</a:t>
            </a:r>
            <a:br>
              <a:rPr dirty="0"/>
            </a:br>
            <a:r>
              <a:rPr dirty="0"/>
              <a:t>Director of Sales</a:t>
            </a:r>
            <a:br>
              <a:rPr dirty="0"/>
            </a:br>
            <a:r>
              <a:rPr dirty="0"/>
              <a:t>Director of Marketing, PR &amp; Training</a:t>
            </a:r>
            <a:endParaRPr lang="en-US" dirty="0"/>
          </a:p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rPr lang="en-US" dirty="0"/>
              <a:t>Director of Front of House &amp; Rooms</a:t>
            </a:r>
            <a:br>
              <a:rPr dirty="0"/>
            </a:br>
            <a:r>
              <a:rPr dirty="0"/>
              <a:t>Property General Managers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Phase 1 Growth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Focused on securing 2–3 luxury management partnerships across Antigua and neighboring Caribbean destinations.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karatto_collecti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288"/>
            <a:ext cx="1554480" cy="207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C"/>
                </a:solidFill>
                <a:latin typeface="Garamond"/>
              </a:defRPr>
            </a:pPr>
            <a:r>
              <a:t>Closing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645920" cy="27432"/>
          </a:xfrm>
          <a:prstGeom prst="rect">
            <a:avLst/>
          </a:prstGeom>
          <a:solidFill>
            <a:srgbClr val="C19A6B"/>
          </a:solidFill>
          <a:ln>
            <a:solidFill>
              <a:srgbClr val="C1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C0C0C"/>
                </a:solidFill>
                <a:latin typeface="Aptos"/>
              </a:defRPr>
            </a:pPr>
            <a:r>
              <a:t>The Karatto Collection is designed to redefine boutique Caribbean hospitality through curated luxury and timeless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286</Words>
  <Application>Microsoft Office PowerPoint</Application>
  <PresentationFormat>Widescreen</PresentationFormat>
  <Paragraphs>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Phillip, Matika</cp:lastModifiedBy>
  <cp:revision>3</cp:revision>
  <dcterms:created xsi:type="dcterms:W3CDTF">2013-01-27T09:14:16Z</dcterms:created>
  <dcterms:modified xsi:type="dcterms:W3CDTF">2026-05-20T22:38:49Z</dcterms:modified>
  <cp:category/>
</cp:coreProperties>
</file>